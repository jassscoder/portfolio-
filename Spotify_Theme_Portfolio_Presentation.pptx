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FEATURED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JASPHER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Spotify-Themed Portfolio Showcase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7132320" cy="292608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Top Tracks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01  Hello, I'm Jaspher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02  Full-Stack Developer &amp; UI/UX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65576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03  Crafting modern, scalable web experiences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03904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04  React · Node.js · JavaScript · Design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42232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05  Ready for your next project collaboration</a:t>
            </a:r>
          </a:p>
        </p:txBody>
      </p:sp>
      <p:pic>
        <p:nvPicPr>
          <p:cNvPr id="13" name="Picture 12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920240"/>
            <a:ext cx="2926080" cy="29260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Jaspher Portfolio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Full-Stack Developer · UI/UX Designer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ARTIST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About the Artist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Who is Jaspher?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972800" cy="347472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Bio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Passionate full-stack developer and UI/UX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Builds accessible, modern, and high-performance web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9125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Enjoys open-source, emerging tech, and solving real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Focuses on clean code and thoughtful user experiences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About 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Developer mindset with design empathy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LISTENER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Career Highlights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Numbers that define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743200" cy="201168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B954"/>
                </a:solidFill>
              </a:defRPr>
            </a:pPr>
            <a:r>
              <a:t>50+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Projects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94560"/>
            <a:ext cx="2743200" cy="201168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B954"/>
                </a:solidFill>
              </a:defRPr>
            </a:pPr>
            <a:r>
              <a:t>3+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Years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194560"/>
            <a:ext cx="2743200" cy="201168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65176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B954"/>
                </a:solidFill>
              </a:defRPr>
            </a:pPr>
            <a:r>
              <a:t>25+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Happy 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194560"/>
            <a:ext cx="2743200" cy="201168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5176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B954"/>
                </a:solidFill>
              </a:defRPr>
            </a:pPr>
            <a:r>
              <a:t>10+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Career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Consistent growth and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TOP GENRES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Skill Mix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Core competencies and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JavaScript 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90195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901952"/>
            <a:ext cx="6775704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React 90%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9631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496312"/>
            <a:ext cx="6419088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Node.js 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09067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3090672"/>
            <a:ext cx="6062472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UI/UX Design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68503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3685032"/>
            <a:ext cx="5705856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Python 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27939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4279392"/>
            <a:ext cx="5349240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Databases 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873752"/>
            <a:ext cx="7132320" cy="219456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4873752"/>
            <a:ext cx="5705856" cy="21945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Technical Skill Mix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Frontend + Backend +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PLAYLIST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Experience Journey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From intern to senior full-stack developer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97280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2024–Present  Senior Full-Stack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2022–2024     Frontend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9125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2021–2022     UI/UX Developer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2019–2023     B.S. Computer Science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Experience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Growth through real-world problem solving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FEATURED TRACKS VOL.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Highlights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Selected builds and shipped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48640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A-Side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E-Commerce Platform  · React/Node/MongoDB/Stripe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Real-Time Chat App   · React/Socket.io/Express/Redis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9125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Portfolio Website    · HTML/CSS/JS/AOS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493776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B-Side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Modern UI, scalable backend, and smooth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2928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Performance, maintainability, and product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9125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Built for impact and user delight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Project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End-to-end product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FEATURED TRACKS VOL.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More Creations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Versatile apps across multiple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97280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Track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Task Management App  · Vue.js/Firebase/Tailwind/PWA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Weather Dashboard    · React/APIs/Geolocation/Charts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9125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Blog Platform        · Next.js/MDX/Prisma/PostgreSQL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Focus: intuitive UI, strong architecture, and clean APIs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More Creations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Building across stacks and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BONUS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Fun Meets Engineering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Interactive experiments and play-driven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97280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Ball Bounce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Canvas-based physics simulation with collisions and gravity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Interactive controls: add balls, reset state, track count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9125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Demonstrates creativity, real-time rendering, and event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Fun Meets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Creativity powers technical excellence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FOLLOW THE ARTIST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Let’s Collaborate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Open to opportunities, projects, and partnerships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972800" cy="356616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Email: jaspher.dev@example.com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Phone: +1 (234) 567-8900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9125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Location: San Francisco,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GitHub · LinkedIn · Twitter · Dribbble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Let's Collaborate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Available for impactful digital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91440"/>
            <a:ext cx="1325880" cy="2743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21212"/>
                </a:solidFill>
              </a:defRPr>
            </a:pPr>
            <a:r>
              <a:t>SPOTIFY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91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3B3B3"/>
                </a:solidFill>
              </a:defRPr>
            </a:pPr>
            <a:r>
              <a:t>END OF PLAYLIST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B3B3B3"/>
                </a:solidFill>
              </a:defRPr>
            </a:pPr>
            <a:r>
              <a:t>Turn this vibe into your next project success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9966960" cy="2377440"/>
          </a:xfrm>
          <a:prstGeom prst="roundRect">
            <a:avLst/>
          </a:prstGeom>
          <a:solidFill>
            <a:srgbClr val="18181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DB954"/>
                </a:solidFill>
              </a:defRPr>
            </a:pPr>
            <a:r>
              <a:t>JASPHER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Full-Stack Developer · UI/UX Designer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6382512"/>
            <a:ext cx="320040" cy="3200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367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Thanks for listening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3B3B3"/>
                </a:solidFill>
              </a:defRPr>
            </a:pPr>
            <a:r>
              <a:t>Let's build something exceptional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